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5F15E-9E7D-49BC-AA46-BEB5CFE93EC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77D35-68F2-4005-A60E-1EA862DAFD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9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02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8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0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5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2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6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25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01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1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94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4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2" r:id="rId6"/>
    <p:sldLayoutId id="2147483748" r:id="rId7"/>
    <p:sldLayoutId id="2147483749" r:id="rId8"/>
    <p:sldLayoutId id="2147483750" r:id="rId9"/>
    <p:sldLayoutId id="2147483751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6FA9327B-0F60-46E3-AD80-CE738385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E267AA-710E-697D-04E5-051F46C58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081" y="1359216"/>
            <a:ext cx="9689834" cy="1125050"/>
          </a:xfrm>
        </p:spPr>
        <p:txBody>
          <a:bodyPr anchor="b">
            <a:normAutofit/>
          </a:bodyPr>
          <a:lstStyle/>
          <a:p>
            <a:pPr algn="ctr"/>
            <a:r>
              <a:rPr lang="en-US" altLang="ko-KR" sz="4400" dirty="0"/>
              <a:t>2D </a:t>
            </a:r>
            <a:r>
              <a:rPr lang="ko-KR" altLang="en-US" sz="4400" dirty="0"/>
              <a:t>게임 프로그래밍 프로젝트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9E27EC-5F08-1220-6124-FB373B2AB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8997" y="5866227"/>
            <a:ext cx="8314005" cy="696351"/>
          </a:xfrm>
        </p:spPr>
        <p:txBody>
          <a:bodyPr>
            <a:normAutofit/>
          </a:bodyPr>
          <a:lstStyle/>
          <a:p>
            <a:pPr algn="ctr"/>
            <a:r>
              <a:rPr lang="en-US" altLang="ko-KR"/>
              <a:t>2022182047 </a:t>
            </a:r>
            <a:r>
              <a:rPr lang="ko-KR" altLang="en-US"/>
              <a:t>신동호</a:t>
            </a:r>
          </a:p>
        </p:txBody>
      </p:sp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BD1C99D0-461D-4A91-81EF-CCCD798B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1">
            <a:extLst>
              <a:ext uri="{FF2B5EF4-FFF2-40B4-BE49-F238E27FC236}">
                <a16:creationId xmlns:a16="http://schemas.microsoft.com/office/drawing/2014/main" id="{2B46E8C6-D3D1-31E2-9CBD-EB2FF5711053}"/>
              </a:ext>
            </a:extLst>
          </p:cNvPr>
          <p:cNvSpPr txBox="1">
            <a:spLocks/>
          </p:cNvSpPr>
          <p:nvPr/>
        </p:nvSpPr>
        <p:spPr>
          <a:xfrm>
            <a:off x="1251081" y="2484266"/>
            <a:ext cx="9689834" cy="1125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4400" dirty="0"/>
              <a:t>최종 발표 </a:t>
            </a:r>
          </a:p>
        </p:txBody>
      </p:sp>
    </p:spTree>
    <p:extLst>
      <p:ext uri="{BB962C8B-B14F-4D97-AF65-F5344CB8AC3E}">
        <p14:creationId xmlns:p14="http://schemas.microsoft.com/office/powerpoint/2010/main" val="4138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46"/>
    </mc:Choice>
    <mc:Fallback xmlns="">
      <p:transition spd="slow" advTm="77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AF6C6-225D-E813-BA28-057FC3A3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개발 진척도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3B03411C-DBCA-E382-48D5-E56693335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710989"/>
              </p:ext>
            </p:extLst>
          </p:nvPr>
        </p:nvGraphicFramePr>
        <p:xfrm>
          <a:off x="1003663" y="2036038"/>
          <a:ext cx="9133114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11">
                  <a:extLst>
                    <a:ext uri="{9D8B030D-6E8A-4147-A177-3AD203B41FA5}">
                      <a16:colId xmlns:a16="http://schemas.microsoft.com/office/drawing/2014/main" val="102588642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621789690"/>
                    </a:ext>
                  </a:extLst>
                </a:gridCol>
                <a:gridCol w="3257006">
                  <a:extLst>
                    <a:ext uri="{9D8B030D-6E8A-4147-A177-3AD203B41FA5}">
                      <a16:colId xmlns:a16="http://schemas.microsoft.com/office/drawing/2014/main" val="349369268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056622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02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지형 및 하늘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지형 및 하늘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89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좌우 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ctr"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강공격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궁극기</a:t>
                      </a:r>
                      <a:r>
                        <a:rPr lang="en-US" altLang="ko-K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좌우 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ctr"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강공격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궁극기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구현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58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모델링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종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종 구현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1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 및 피격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 및 피격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종 구현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종 구현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62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멀티플레이와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멀티플레이만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350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종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캐릭터 컨트롤러 내용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종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5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28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41"/>
    </mc:Choice>
    <mc:Fallback xmlns="">
      <p:transition spd="slow" advTm="79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AF6C6-225D-E813-BA28-057FC3A3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깃 </a:t>
            </a:r>
            <a:r>
              <a:rPr lang="ko-KR" altLang="en-US" dirty="0" err="1"/>
              <a:t>커밋</a:t>
            </a:r>
            <a:r>
              <a:rPr lang="ko-KR" altLang="en-US" dirty="0"/>
              <a:t> 통계 </a:t>
            </a:r>
            <a:r>
              <a:rPr lang="en-US" altLang="ko-KR" dirty="0"/>
              <a:t>– </a:t>
            </a:r>
            <a:r>
              <a:rPr lang="ko-KR" altLang="en-US" dirty="0"/>
              <a:t>주별 </a:t>
            </a:r>
            <a:r>
              <a:rPr lang="ko-KR" altLang="en-US" dirty="0" err="1"/>
              <a:t>커밋</a:t>
            </a:r>
            <a:r>
              <a:rPr lang="ko-KR" altLang="en-US" dirty="0"/>
              <a:t> 횟수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497B48-01DF-5DA2-A750-3B0B70B85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1" y="1893789"/>
            <a:ext cx="7659667" cy="4028039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52772B5-24F9-C617-A8CF-A62D22B87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32700"/>
              </p:ext>
            </p:extLst>
          </p:nvPr>
        </p:nvGraphicFramePr>
        <p:xfrm>
          <a:off x="8569235" y="862410"/>
          <a:ext cx="3483428" cy="541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372681974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507478420"/>
                    </a:ext>
                  </a:extLst>
                </a:gridCol>
              </a:tblGrid>
              <a:tr h="54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92449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 of Sep 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9562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85242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637205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905951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18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66967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509001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57834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33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628701"/>
                  </a:ext>
                </a:extLst>
              </a:tr>
              <a:tr h="541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Dec 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0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72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41"/>
    </mc:Choice>
    <mc:Fallback xmlns="">
      <p:transition spd="slow" advTm="7941"/>
    </mc:Fallback>
  </mc:AlternateContent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169</Words>
  <Application>Microsoft Office PowerPoint</Application>
  <PresentationFormat>와이드스크린</PresentationFormat>
  <Paragraphs>59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Felix Titling</vt:lpstr>
      <vt:lpstr>Goudy Old Style</vt:lpstr>
      <vt:lpstr>ArchwayVTI</vt:lpstr>
      <vt:lpstr>2D 게임 프로그래밍 프로젝트 </vt:lpstr>
      <vt:lpstr>개발 진척도</vt:lpstr>
      <vt:lpstr>깃 커밋 통계 – 주별 커밋 횟수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신동호(2022182047)</dc:creator>
  <cp:lastModifiedBy>신동호(2022182047)</cp:lastModifiedBy>
  <cp:revision>3</cp:revision>
  <dcterms:created xsi:type="dcterms:W3CDTF">2025-09-29T08:13:56Z</dcterms:created>
  <dcterms:modified xsi:type="dcterms:W3CDTF">2025-12-07T17:59:51Z</dcterms:modified>
</cp:coreProperties>
</file>